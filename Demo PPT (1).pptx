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3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1430000" cy="6438900"/>
  <p:notesSz cx="11430000" cy="64389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5367"/>
    <a:srgbClr val="5B5E70"/>
    <a:srgbClr val="626576"/>
    <a:srgbClr val="F5F5F5"/>
    <a:srgbClr val="8484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35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6059"/>
            <a:ext cx="9715500" cy="13521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0" i="0">
                <a:solidFill>
                  <a:srgbClr val="4F536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5784"/>
            <a:ext cx="8001000" cy="1609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F536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dirty="0"/>
              <a:t>Page</a:t>
            </a:r>
            <a:r>
              <a:rPr spc="-25" dirty="0"/>
              <a:t> </a:t>
            </a:r>
            <a:fld id="{81D60167-4931-47E6-BA6A-407CBD079E47}" type="slidenum">
              <a:rPr dirty="0"/>
              <a:t>‹#›</a:t>
            </a:fld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0" dirty="0"/>
              <a:t>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0" i="0">
                <a:solidFill>
                  <a:srgbClr val="4F536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F536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dirty="0"/>
              <a:t>Page</a:t>
            </a:r>
            <a:r>
              <a:rPr spc="-25" dirty="0"/>
              <a:t> </a:t>
            </a:r>
            <a:fld id="{81D60167-4931-47E6-BA6A-407CBD079E47}" type="slidenum">
              <a:rPr dirty="0"/>
              <a:t>‹#›</a:t>
            </a:fld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0" dirty="0"/>
              <a:t>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0" i="0">
                <a:solidFill>
                  <a:srgbClr val="4F536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0947"/>
            <a:ext cx="4972050" cy="42496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0947"/>
            <a:ext cx="4972050" cy="424967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dirty="0"/>
              <a:t>Page</a:t>
            </a:r>
            <a:r>
              <a:rPr spc="-25" dirty="0"/>
              <a:t> </a:t>
            </a:r>
            <a:fld id="{81D60167-4931-47E6-BA6A-407CBD079E47}" type="slidenum">
              <a:rPr dirty="0"/>
              <a:t>‹#›</a:t>
            </a:fld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0" dirty="0"/>
              <a:t>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0" i="0">
                <a:solidFill>
                  <a:srgbClr val="4F536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dirty="0"/>
              <a:t>Page</a:t>
            </a:r>
            <a:r>
              <a:rPr spc="-25" dirty="0"/>
              <a:t> </a:t>
            </a:r>
            <a:fld id="{81D60167-4931-47E6-BA6A-407CBD079E47}" type="slidenum">
              <a:rPr dirty="0"/>
              <a:t>‹#›</a:t>
            </a:fld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0" dirty="0"/>
              <a:t>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dirty="0"/>
              <a:t>Page</a:t>
            </a:r>
            <a:r>
              <a:rPr spc="-25" dirty="0"/>
              <a:t> </a:t>
            </a:r>
            <a:fld id="{81D60167-4931-47E6-BA6A-407CBD079E47}" type="slidenum">
              <a:rPr dirty="0"/>
              <a:t>‹#›</a:t>
            </a:fld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0" dirty="0"/>
              <a:t>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7433" y="1067602"/>
            <a:ext cx="4396740" cy="8432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0" i="0">
                <a:solidFill>
                  <a:srgbClr val="4F536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831761" y="1622246"/>
            <a:ext cx="5902959" cy="2013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F536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88177"/>
            <a:ext cx="3657600" cy="321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88177"/>
            <a:ext cx="2628900" cy="321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594280" y="5775280"/>
            <a:ext cx="739775" cy="1816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315"/>
              </a:lnSpc>
            </a:pPr>
            <a:r>
              <a:rPr dirty="0"/>
              <a:t>Page</a:t>
            </a:r>
            <a:r>
              <a:rPr spc="-25" dirty="0"/>
              <a:t> </a:t>
            </a:r>
            <a:fld id="{81D60167-4931-47E6-BA6A-407CBD079E47}" type="slidenum">
              <a:rPr dirty="0"/>
              <a:t>‹#›</a:t>
            </a:fld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0" dirty="0"/>
              <a:t>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hatgpt.com/?utm_source=chatgpt.com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24"/>
            <a:ext cx="4286047" cy="642907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93481" y="1762806"/>
            <a:ext cx="5170805" cy="967105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10"/>
              </a:spcBef>
            </a:pPr>
            <a:r>
              <a:rPr dirty="0"/>
              <a:t>First</a:t>
            </a:r>
            <a:r>
              <a:rPr spc="-55" dirty="0"/>
              <a:t> </a:t>
            </a:r>
            <a:r>
              <a:rPr dirty="0"/>
              <a:t>Team</a:t>
            </a:r>
            <a:r>
              <a:rPr spc="-50" dirty="0"/>
              <a:t> </a:t>
            </a:r>
            <a:r>
              <a:rPr dirty="0"/>
              <a:t>Meeting</a:t>
            </a:r>
            <a:r>
              <a:rPr spc="-50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dirty="0"/>
              <a:t>May</a:t>
            </a:r>
            <a:r>
              <a:rPr spc="-50" dirty="0"/>
              <a:t> </a:t>
            </a:r>
            <a:r>
              <a:rPr spc="-25" dirty="0"/>
              <a:t>10, </a:t>
            </a:r>
            <a:r>
              <a:rPr spc="-20" dirty="0"/>
              <a:t>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/>
              <a:t>Page</a:t>
            </a:r>
            <a:r>
              <a:rPr spc="-25" dirty="0"/>
              <a:t> </a:t>
            </a:r>
            <a:fld id="{81D60167-4931-47E6-BA6A-407CBD079E47}" type="slidenum">
              <a:rPr dirty="0"/>
              <a:t>1</a:t>
            </a:fld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0" dirty="0"/>
              <a:t>8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893481" y="2792612"/>
            <a:ext cx="5363845" cy="16967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0"/>
              </a:spcBef>
            </a:pPr>
            <a:r>
              <a:rPr sz="2450" dirty="0">
                <a:solidFill>
                  <a:srgbClr val="4F5367"/>
                </a:solidFill>
                <a:latin typeface="Arial MT"/>
                <a:cs typeface="Arial MT"/>
              </a:rPr>
              <a:t>Team</a:t>
            </a:r>
            <a:r>
              <a:rPr sz="2450" spc="-125" dirty="0">
                <a:solidFill>
                  <a:srgbClr val="4F5367"/>
                </a:solidFill>
                <a:latin typeface="Arial MT"/>
                <a:cs typeface="Arial MT"/>
              </a:rPr>
              <a:t> </a:t>
            </a:r>
            <a:r>
              <a:rPr sz="2450" dirty="0">
                <a:solidFill>
                  <a:srgbClr val="4F5367"/>
                </a:solidFill>
                <a:latin typeface="Arial MT"/>
                <a:cs typeface="Arial MT"/>
              </a:rPr>
              <a:t>Introduction</a:t>
            </a:r>
            <a:r>
              <a:rPr sz="2450" spc="-125" dirty="0">
                <a:solidFill>
                  <a:srgbClr val="4F5367"/>
                </a:solidFill>
                <a:latin typeface="Arial MT"/>
                <a:cs typeface="Arial MT"/>
              </a:rPr>
              <a:t> </a:t>
            </a:r>
            <a:r>
              <a:rPr sz="2450" spc="-10" dirty="0">
                <a:solidFill>
                  <a:srgbClr val="4F5367"/>
                </a:solidFill>
                <a:latin typeface="Arial MT"/>
                <a:cs typeface="Arial MT"/>
              </a:rPr>
              <a:t>Session</a:t>
            </a:r>
            <a:endParaRPr sz="2450">
              <a:latin typeface="Arial MT"/>
              <a:cs typeface="Arial MT"/>
            </a:endParaRPr>
          </a:p>
          <a:p>
            <a:pPr marL="12700" marR="5080" algn="just">
              <a:lnSpc>
                <a:spcPct val="114599"/>
              </a:lnSpc>
              <a:spcBef>
                <a:spcPts val="1975"/>
              </a:spcBef>
            </a:pP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Welcome</a:t>
            </a:r>
            <a:r>
              <a:rPr sz="1200" spc="409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everyone</a:t>
            </a:r>
            <a:r>
              <a:rPr sz="1200" spc="409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to</a:t>
            </a:r>
            <a:r>
              <a:rPr sz="1200" spc="409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our</a:t>
            </a:r>
            <a:r>
              <a:rPr sz="1200" spc="409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first</a:t>
            </a:r>
            <a:r>
              <a:rPr sz="1200" spc="41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official</a:t>
            </a:r>
            <a:r>
              <a:rPr sz="1200" spc="409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team</a:t>
            </a:r>
            <a:r>
              <a:rPr sz="1200" spc="409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gathering.</a:t>
            </a:r>
            <a:r>
              <a:rPr sz="1200" spc="409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Today</a:t>
            </a:r>
            <a:r>
              <a:rPr sz="1200" spc="409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marks</a:t>
            </a:r>
            <a:r>
              <a:rPr sz="1200" spc="41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5B5E70"/>
                </a:solidFill>
                <a:latin typeface="Arial MT"/>
                <a:cs typeface="Arial MT"/>
              </a:rPr>
              <a:t>the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beginning</a:t>
            </a:r>
            <a:r>
              <a:rPr sz="1200" spc="22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of</a:t>
            </a:r>
            <a:r>
              <a:rPr sz="1200" spc="22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an</a:t>
            </a:r>
            <a:r>
              <a:rPr sz="1200" spc="22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exciting</a:t>
            </a:r>
            <a:r>
              <a:rPr sz="1200" spc="22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journey</a:t>
            </a:r>
            <a:r>
              <a:rPr sz="1200" spc="22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where</a:t>
            </a:r>
            <a:r>
              <a:rPr sz="1200" spc="22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we'll</a:t>
            </a:r>
            <a:r>
              <a:rPr sz="1200" spc="22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introduce</a:t>
            </a:r>
            <a:r>
              <a:rPr sz="1200" spc="22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ourselves,</a:t>
            </a:r>
            <a:r>
              <a:rPr sz="1200" spc="22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share</a:t>
            </a:r>
            <a:r>
              <a:rPr sz="1200" spc="22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5B5E70"/>
                </a:solidFill>
                <a:latin typeface="Arial MT"/>
                <a:cs typeface="Arial MT"/>
              </a:rPr>
              <a:t>our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expertise,</a:t>
            </a:r>
            <a:r>
              <a:rPr sz="1200" spc="10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and</a:t>
            </a:r>
            <a:r>
              <a:rPr sz="1200" spc="10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align</a:t>
            </a:r>
            <a:r>
              <a:rPr sz="1200" spc="10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on</a:t>
            </a:r>
            <a:r>
              <a:rPr sz="1200" spc="10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our</a:t>
            </a:r>
            <a:r>
              <a:rPr sz="1200" spc="10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collective</a:t>
            </a:r>
            <a:r>
              <a:rPr sz="1200" spc="10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vision.</a:t>
            </a:r>
            <a:r>
              <a:rPr sz="1200" spc="10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This</a:t>
            </a:r>
            <a:r>
              <a:rPr sz="1200" spc="10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session</a:t>
            </a:r>
            <a:r>
              <a:rPr sz="1200" spc="10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is</a:t>
            </a:r>
            <a:r>
              <a:rPr sz="1200" spc="10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designed</a:t>
            </a:r>
            <a:r>
              <a:rPr sz="1200" spc="10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to</a:t>
            </a:r>
            <a:r>
              <a:rPr sz="1200" spc="10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5B5E70"/>
                </a:solidFill>
                <a:latin typeface="Arial MT"/>
                <a:cs typeface="Arial MT"/>
              </a:rPr>
              <a:t>help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us</a:t>
            </a:r>
            <a:r>
              <a:rPr sz="1200" spc="16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understand</a:t>
            </a:r>
            <a:r>
              <a:rPr sz="1200" spc="17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each</a:t>
            </a:r>
            <a:r>
              <a:rPr sz="1200" spc="17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other's</a:t>
            </a:r>
            <a:r>
              <a:rPr sz="1200" spc="17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strengths,</a:t>
            </a:r>
            <a:r>
              <a:rPr sz="1200" spc="16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working</a:t>
            </a:r>
            <a:r>
              <a:rPr sz="1200" spc="17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styles,</a:t>
            </a:r>
            <a:r>
              <a:rPr sz="1200" spc="17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and</a:t>
            </a:r>
            <a:r>
              <a:rPr sz="1200" spc="17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how</a:t>
            </a:r>
            <a:r>
              <a:rPr sz="1200" spc="17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we</a:t>
            </a:r>
            <a:r>
              <a:rPr sz="1200" spc="16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can</a:t>
            </a:r>
            <a:r>
              <a:rPr sz="1200" spc="17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5B5E70"/>
                </a:solidFill>
                <a:latin typeface="Arial MT"/>
                <a:cs typeface="Arial MT"/>
              </a:rPr>
              <a:t>best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collaborate</a:t>
            </a:r>
            <a:r>
              <a:rPr sz="1200" spc="3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to</a:t>
            </a:r>
            <a:r>
              <a:rPr sz="1200" spc="3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achieve</a:t>
            </a:r>
            <a:r>
              <a:rPr sz="1200" spc="4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our</a:t>
            </a:r>
            <a:r>
              <a:rPr sz="1200" spc="3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B5E70"/>
                </a:solidFill>
                <a:latin typeface="Arial MT"/>
                <a:cs typeface="Arial MT"/>
              </a:rPr>
              <a:t>goals.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095" y="1657271"/>
            <a:ext cx="3847917" cy="384791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7433" y="753292"/>
            <a:ext cx="1684020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About</a:t>
            </a:r>
            <a:r>
              <a:rPr spc="-105" dirty="0"/>
              <a:t> </a:t>
            </a:r>
            <a:r>
              <a:rPr spc="-25" dirty="0"/>
              <a:t>Me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/>
              <a:t>Page</a:t>
            </a:r>
            <a:r>
              <a:rPr spc="-25" dirty="0"/>
              <a:t> </a:t>
            </a:r>
            <a:fld id="{81D60167-4931-47E6-BA6A-407CBD079E47}" type="slidenum">
              <a:rPr dirty="0"/>
              <a:t>2</a:t>
            </a:fld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0" dirty="0"/>
              <a:t>8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831761" y="1622246"/>
            <a:ext cx="5988639" cy="314573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4765">
              <a:lnSpc>
                <a:spcPct val="100000"/>
              </a:lnSpc>
              <a:spcBef>
                <a:spcPts val="130"/>
              </a:spcBef>
            </a:pPr>
            <a:r>
              <a:rPr lang="en-IN" b="1" dirty="0" smtClean="0"/>
              <a:t>Kontham Jagan Mohan Reddy</a:t>
            </a:r>
            <a:endParaRPr b="1" spc="-20" dirty="0"/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lang="en-IN" sz="1250" b="1" i="1" dirty="0" smtClean="0">
                <a:solidFill>
                  <a:srgbClr val="5B5E70"/>
                </a:solidFill>
                <a:latin typeface="Arial"/>
                <a:cs typeface="Arial"/>
              </a:rPr>
              <a:t>Full stack web developer/Machine Learning Developer</a:t>
            </a:r>
            <a:endParaRPr sz="1250" b="1" dirty="0" smtClean="0">
              <a:latin typeface="Arial"/>
              <a:cs typeface="Arial"/>
            </a:endParaRPr>
          </a:p>
          <a:p>
            <a:pPr marL="24765" marR="5080">
              <a:lnSpc>
                <a:spcPct val="130200"/>
              </a:lnSpc>
              <a:spcBef>
                <a:spcPts val="1075"/>
              </a:spcBef>
            </a:pPr>
            <a:r>
              <a:rPr lang="en-US" sz="1200" dirty="0"/>
              <a:t>I am a B.Tech Computer Science and Engineering (CSE) student at Sphoorthy Engineering College with a strong interest in Web Development and Machine Learning. I enjoy building </a:t>
            </a:r>
            <a:r>
              <a:rPr lang="en-US" sz="1200" dirty="0" smtClean="0"/>
              <a:t>projects. </a:t>
            </a:r>
            <a:r>
              <a:rPr lang="en-US" sz="1200" dirty="0"/>
              <a:t>I am passionate about learning new technologies, exploring innovative ideas, and creating solutions that solve real-world problems</a:t>
            </a:r>
            <a:r>
              <a:rPr lang="en-US" sz="1200" dirty="0" smtClean="0"/>
              <a:t>.</a:t>
            </a:r>
          </a:p>
          <a:p>
            <a:pPr marL="24765" marR="5080">
              <a:lnSpc>
                <a:spcPct val="130200"/>
              </a:lnSpc>
              <a:spcBef>
                <a:spcPts val="1075"/>
              </a:spcBef>
            </a:pPr>
            <a:endParaRPr sz="1200" dirty="0"/>
          </a:p>
          <a:p>
            <a:pPr marL="24765">
              <a:lnSpc>
                <a:spcPct val="100000"/>
              </a:lnSpc>
            </a:pPr>
            <a:r>
              <a:rPr sz="1600" b="1" dirty="0">
                <a:solidFill>
                  <a:srgbClr val="5B5E70"/>
                </a:solidFill>
              </a:rPr>
              <a:t>Key</a:t>
            </a:r>
            <a:r>
              <a:rPr sz="1600" b="1" spc="20" dirty="0">
                <a:solidFill>
                  <a:srgbClr val="5B5E70"/>
                </a:solidFill>
              </a:rPr>
              <a:t> </a:t>
            </a:r>
            <a:r>
              <a:rPr sz="1600" b="1" dirty="0">
                <a:solidFill>
                  <a:srgbClr val="5B5E70"/>
                </a:solidFill>
              </a:rPr>
              <a:t>interests</a:t>
            </a:r>
            <a:r>
              <a:rPr sz="1600" b="1" dirty="0" smtClean="0">
                <a:solidFill>
                  <a:srgbClr val="5B5E70"/>
                </a:solidFill>
              </a:rPr>
              <a:t>:</a:t>
            </a:r>
            <a:endParaRPr lang="en-IN" sz="1600" b="1" dirty="0" smtClean="0">
              <a:solidFill>
                <a:srgbClr val="5B5E70"/>
              </a:solidFill>
            </a:endParaRPr>
          </a:p>
          <a:p>
            <a:pPr marL="24765">
              <a:lnSpc>
                <a:spcPct val="100000"/>
              </a:lnSpc>
            </a:pPr>
            <a:endParaRPr lang="en-IN" sz="1600" b="1" dirty="0">
              <a:solidFill>
                <a:srgbClr val="5B5E70"/>
              </a:solidFill>
            </a:endParaRPr>
          </a:p>
          <a:p>
            <a:pPr marL="196215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solidFill>
                  <a:srgbClr val="5B5E70"/>
                </a:solidFill>
              </a:rPr>
              <a:t>Web Development</a:t>
            </a:r>
          </a:p>
          <a:p>
            <a:pPr marL="196215" indent="-1714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1600" dirty="0" smtClean="0">
                <a:solidFill>
                  <a:srgbClr val="5B5E70"/>
                </a:solidFill>
              </a:rPr>
              <a:t>Machine Learning &amp; AI</a:t>
            </a:r>
            <a:endParaRPr sz="1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095" y="1629544"/>
            <a:ext cx="3847917" cy="38756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/>
              <a:t>Page</a:t>
            </a:r>
            <a:r>
              <a:rPr spc="-25" dirty="0"/>
              <a:t> </a:t>
            </a:r>
            <a:fld id="{81D60167-4931-47E6-BA6A-407CBD079E47}" type="slidenum">
              <a:rPr dirty="0"/>
              <a:t>3</a:t>
            </a:fld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0" dirty="0"/>
              <a:t>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51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Skills</a:t>
            </a:r>
            <a:r>
              <a:rPr spc="-40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10" dirty="0"/>
              <a:t>Expertise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0" y="2622904"/>
            <a:ext cx="4831064" cy="9419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dirty="0">
                <a:solidFill>
                  <a:srgbClr val="5B5E70"/>
                </a:solidFill>
                <a:latin typeface="Arial MT"/>
                <a:cs typeface="Arial MT"/>
              </a:rPr>
              <a:t>AI</a:t>
            </a:r>
            <a:r>
              <a:rPr sz="1500" b="1" spc="2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500" b="1" dirty="0">
                <a:solidFill>
                  <a:srgbClr val="5B5E70"/>
                </a:solidFill>
                <a:latin typeface="Arial MT"/>
                <a:cs typeface="Arial MT"/>
              </a:rPr>
              <a:t>&amp;</a:t>
            </a:r>
            <a:r>
              <a:rPr sz="1500" b="1" spc="2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500" b="1" dirty="0">
                <a:solidFill>
                  <a:srgbClr val="5B5E70"/>
                </a:solidFill>
                <a:latin typeface="Arial MT"/>
                <a:cs typeface="Arial MT"/>
              </a:rPr>
              <a:t>Machine</a:t>
            </a:r>
            <a:r>
              <a:rPr sz="1500" b="1" spc="2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500" b="1" spc="-10" dirty="0">
                <a:solidFill>
                  <a:srgbClr val="5B5E70"/>
                </a:solidFill>
                <a:latin typeface="Arial MT"/>
                <a:cs typeface="Arial MT"/>
              </a:rPr>
              <a:t>Learning</a:t>
            </a:r>
            <a:endParaRPr sz="1500" b="1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lang="en-US" sz="1200" dirty="0" smtClean="0">
                <a:solidFill>
                  <a:srgbClr val="5B5E70"/>
                </a:solidFill>
                <a:latin typeface="Arial MT"/>
              </a:rPr>
              <a:t>Currently learning Machine Learning and Deep Learning technologies while exploring their real-world applications and building practical projects to strengthen my understanding.</a:t>
            </a:r>
            <a:endParaRPr sz="1200" dirty="0">
              <a:solidFill>
                <a:srgbClr val="5B5E70"/>
              </a:solidFill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2900" y="3536868"/>
            <a:ext cx="5191468" cy="9291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dirty="0">
                <a:solidFill>
                  <a:srgbClr val="5B5E70"/>
                </a:solidFill>
                <a:latin typeface="Arial MT"/>
                <a:cs typeface="Arial MT"/>
              </a:rPr>
              <a:t>Backend</a:t>
            </a:r>
            <a:r>
              <a:rPr sz="1500" b="1" spc="3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500" b="1" spc="-10" dirty="0">
                <a:solidFill>
                  <a:srgbClr val="5B5E70"/>
                </a:solidFill>
                <a:latin typeface="Arial MT"/>
                <a:cs typeface="Arial MT"/>
              </a:rPr>
              <a:t>Engineering</a:t>
            </a:r>
            <a:endParaRPr sz="1500" b="1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lang="en-US" sz="1200" dirty="0" smtClean="0">
                <a:solidFill>
                  <a:srgbClr val="4F5367"/>
                </a:solidFill>
                <a:latin typeface="Arial MT"/>
              </a:rPr>
              <a:t>Skilled in backend development using Node.js, Express.js, REST APIs, and Mongo DB, with experience in building scalable and efficient web applications.</a:t>
            </a:r>
            <a:endParaRPr sz="1200" dirty="0">
              <a:solidFill>
                <a:srgbClr val="4F5367"/>
              </a:solidFill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2900" y="4517017"/>
            <a:ext cx="4556728" cy="8008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dirty="0">
                <a:solidFill>
                  <a:srgbClr val="5B5E70"/>
                </a:solidFill>
                <a:latin typeface="Arial MT"/>
                <a:cs typeface="Arial MT"/>
              </a:rPr>
              <a:t>Prompt</a:t>
            </a:r>
            <a:r>
              <a:rPr sz="1500" b="1" spc="3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500" b="1" spc="-10" dirty="0">
                <a:solidFill>
                  <a:srgbClr val="5B5E70"/>
                </a:solidFill>
                <a:latin typeface="Arial MT"/>
                <a:cs typeface="Arial MT"/>
              </a:rPr>
              <a:t>Engineering</a:t>
            </a:r>
            <a:endParaRPr sz="1500" b="1" dirty="0">
              <a:latin typeface="Arial MT"/>
              <a:cs typeface="Arial MT"/>
            </a:endParaRPr>
          </a:p>
          <a:p>
            <a:r>
              <a:rPr lang="en-US" sz="1200" dirty="0" smtClean="0">
                <a:solidFill>
                  <a:srgbClr val="4F5367"/>
                </a:solidFill>
                <a:latin typeface="Arial MT"/>
              </a:rPr>
              <a:t>Experienced in crafting effective AI prompts to generate accurate, creative, and optimized responses for different use cases and applications.</a:t>
            </a:r>
            <a:endParaRPr lang="en-US" sz="1200" dirty="0">
              <a:solidFill>
                <a:srgbClr val="4F5367"/>
              </a:solidFill>
              <a:latin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80204" y="4517017"/>
            <a:ext cx="4744996" cy="9291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dirty="0">
                <a:solidFill>
                  <a:srgbClr val="5B5E70"/>
                </a:solidFill>
                <a:latin typeface="Arial MT"/>
                <a:cs typeface="Arial MT"/>
              </a:rPr>
              <a:t>AI</a:t>
            </a:r>
            <a:r>
              <a:rPr sz="1500" spc="2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B5E70"/>
                </a:solidFill>
                <a:latin typeface="Arial MT"/>
                <a:cs typeface="Arial MT"/>
              </a:rPr>
              <a:t>Tools</a:t>
            </a:r>
            <a:r>
              <a:rPr sz="1500" spc="2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5B5E70"/>
                </a:solidFill>
                <a:latin typeface="Arial MT"/>
                <a:cs typeface="Arial MT"/>
              </a:rPr>
              <a:t>&amp;</a:t>
            </a:r>
            <a:r>
              <a:rPr sz="1500" spc="2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5B5E70"/>
                </a:solidFill>
                <a:latin typeface="Arial MT"/>
                <a:cs typeface="Arial MT"/>
              </a:rPr>
              <a:t>Platforms</a:t>
            </a:r>
            <a:endParaRPr sz="1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lang="en-US" sz="1200" dirty="0" smtClean="0">
                <a:solidFill>
                  <a:srgbClr val="4F5367"/>
                </a:solidFill>
                <a:latin typeface="Arial MT"/>
              </a:rPr>
              <a:t>Experienced in using AI tools and platforms such as Anthropic Claude, </a:t>
            </a:r>
            <a:r>
              <a:rPr lang="en-US" sz="1200" dirty="0" err="1" smtClean="0">
                <a:solidFill>
                  <a:srgbClr val="4F5367"/>
                </a:solidFill>
                <a:latin typeface="Arial MT"/>
                <a:hlinkClick r:id="rId2"/>
              </a:rPr>
              <a:t>ChatGPT</a:t>
            </a:r>
            <a:r>
              <a:rPr lang="en-US" sz="1200" dirty="0" smtClean="0">
                <a:solidFill>
                  <a:srgbClr val="4F5367"/>
                </a:solidFill>
                <a:latin typeface="Arial MT"/>
              </a:rPr>
              <a:t>, </a:t>
            </a:r>
            <a:r>
              <a:rPr lang="en-US" sz="1200" dirty="0" err="1" smtClean="0">
                <a:solidFill>
                  <a:srgbClr val="4F5367"/>
                </a:solidFill>
                <a:latin typeface="Arial MT"/>
              </a:rPr>
              <a:t>Antigranity</a:t>
            </a:r>
            <a:r>
              <a:rPr lang="en-US" sz="1200" dirty="0" smtClean="0">
                <a:solidFill>
                  <a:srgbClr val="4F5367"/>
                </a:solidFill>
                <a:latin typeface="Arial MT"/>
              </a:rPr>
              <a:t>, and other AI-powered tools for productivity, content generation, learning, and development purposes</a:t>
            </a:r>
            <a:r>
              <a:rPr lang="en-US" sz="1200" dirty="0" smtClean="0"/>
              <a:t>.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80204" y="2622904"/>
            <a:ext cx="4744996" cy="8136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dirty="0">
                <a:solidFill>
                  <a:srgbClr val="5B5E70"/>
                </a:solidFill>
                <a:latin typeface="Arial MT"/>
                <a:cs typeface="Arial MT"/>
              </a:rPr>
              <a:t>Frontend</a:t>
            </a:r>
            <a:r>
              <a:rPr sz="1500" b="1" spc="4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500" b="1" spc="-10" dirty="0" smtClean="0">
                <a:solidFill>
                  <a:srgbClr val="5B5E70"/>
                </a:solidFill>
                <a:latin typeface="Arial MT"/>
                <a:cs typeface="Arial MT"/>
              </a:rPr>
              <a:t>Development</a:t>
            </a:r>
            <a:endParaRPr lang="en-IN" sz="1500" b="1" spc="-10" dirty="0" smtClean="0">
              <a:solidFill>
                <a:srgbClr val="5B5E70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200" dirty="0" smtClean="0">
                <a:solidFill>
                  <a:srgbClr val="5B5E70"/>
                </a:solidFill>
              </a:rPr>
              <a:t>Worked on multiple projects that significantly enhanced my frontend development skills and strengthened my understanding of creating modern, responsive, and user-friendly web applications.</a:t>
            </a:r>
            <a:r>
              <a:rPr lang="en-IN" sz="1200" spc="-10" dirty="0" smtClean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endParaRPr lang="en-IN" sz="1200" spc="-10" dirty="0" smtClean="0">
              <a:solidFill>
                <a:srgbClr val="5B5E70"/>
              </a:solidFill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80205" y="3518212"/>
            <a:ext cx="4821195" cy="9291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dirty="0">
                <a:solidFill>
                  <a:srgbClr val="5B5E70"/>
                </a:solidFill>
                <a:latin typeface="Arial MT"/>
                <a:cs typeface="Arial MT"/>
              </a:rPr>
              <a:t>Database</a:t>
            </a:r>
            <a:r>
              <a:rPr sz="1500" b="1" spc="3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500" b="1" spc="-10" dirty="0">
                <a:solidFill>
                  <a:srgbClr val="5B5E70"/>
                </a:solidFill>
                <a:latin typeface="Arial MT"/>
                <a:cs typeface="Arial MT"/>
              </a:rPr>
              <a:t>Systems</a:t>
            </a:r>
            <a:endParaRPr sz="1500" b="1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lang="en-US" sz="1200" dirty="0" smtClean="0">
                <a:solidFill>
                  <a:srgbClr val="5B5E70"/>
                </a:solidFill>
                <a:latin typeface="Arial MT"/>
              </a:rPr>
              <a:t>Experienced in working with databases like </a:t>
            </a:r>
            <a:r>
              <a:rPr lang="en-US" sz="1200" dirty="0" err="1" smtClean="0">
                <a:solidFill>
                  <a:srgbClr val="5B5E70"/>
                </a:solidFill>
                <a:latin typeface="Arial MT"/>
              </a:rPr>
              <a:t>MongoDB</a:t>
            </a:r>
            <a:r>
              <a:rPr lang="en-US" sz="1200" dirty="0" smtClean="0">
                <a:solidFill>
                  <a:srgbClr val="5B5E70"/>
                </a:solidFill>
                <a:latin typeface="Arial MT"/>
              </a:rPr>
              <a:t> and SQL for storing, managing, and handling application data efficiently in web development projects.</a:t>
            </a:r>
            <a:endParaRPr sz="1200" dirty="0">
              <a:solidFill>
                <a:srgbClr val="5B5E70"/>
              </a:solidFill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7433" y="2230178"/>
            <a:ext cx="805180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Core</a:t>
            </a:r>
            <a:r>
              <a:rPr sz="1200" spc="3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technical</a:t>
            </a:r>
            <a:r>
              <a:rPr sz="1200" spc="3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capabilities</a:t>
            </a:r>
            <a:r>
              <a:rPr sz="1200" spc="3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that</a:t>
            </a:r>
            <a:r>
              <a:rPr sz="1200" spc="3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define</a:t>
            </a:r>
            <a:r>
              <a:rPr sz="1200" spc="3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my</a:t>
            </a:r>
            <a:r>
              <a:rPr sz="1200" spc="3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professional</a:t>
            </a:r>
            <a:r>
              <a:rPr sz="1200" spc="3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toolkit</a:t>
            </a:r>
            <a:r>
              <a:rPr sz="1200" spc="3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and</a:t>
            </a:r>
            <a:r>
              <a:rPr sz="1200" spc="3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enable</a:t>
            </a:r>
            <a:r>
              <a:rPr sz="1200" spc="3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me</a:t>
            </a:r>
            <a:r>
              <a:rPr sz="1200" spc="3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to</a:t>
            </a:r>
            <a:r>
              <a:rPr sz="1200" spc="3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contribute</a:t>
            </a:r>
            <a:r>
              <a:rPr sz="1200" spc="3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effectively</a:t>
            </a:r>
            <a:r>
              <a:rPr sz="1200" spc="3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to</a:t>
            </a:r>
            <a:r>
              <a:rPr sz="1200" spc="3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team</a:t>
            </a:r>
            <a:r>
              <a:rPr sz="1200" spc="3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B5E70"/>
                </a:solidFill>
                <a:latin typeface="Arial MT"/>
                <a:cs typeface="Arial MT"/>
              </a:rPr>
              <a:t>projects.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/>
              <a:t>Page</a:t>
            </a:r>
            <a:r>
              <a:rPr spc="-25" dirty="0"/>
              <a:t> </a:t>
            </a:r>
            <a:fld id="{81D60167-4931-47E6-BA6A-407CBD079E47}" type="slidenum">
              <a:rPr dirty="0"/>
              <a:t>4</a:t>
            </a:fld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0" dirty="0"/>
              <a:t>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1789" y="1085850"/>
            <a:ext cx="3234055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55" dirty="0"/>
              <a:t> </a:t>
            </a:r>
            <a:r>
              <a:rPr spc="-10" dirty="0"/>
              <a:t>Achievements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9495" y="2381408"/>
            <a:ext cx="9438916" cy="75469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600" b="1" dirty="0" smtClean="0"/>
              <a:t>Achievement 1 – IUCEE Winner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Recognized as an IUCEE winner for demonstrating innovation, technical skills, and problem-solving abilities.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8450" y="3454775"/>
            <a:ext cx="8735829" cy="75469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600" b="1" dirty="0" smtClean="0"/>
              <a:t>Achievement 2 – Built Multiple Projects</a:t>
            </a:r>
            <a:r>
              <a:rPr lang="en-US" sz="1600" dirty="0" smtClean="0"/>
              <a:t/>
            </a:r>
            <a:br>
              <a:rPr lang="en-US" sz="1600" dirty="0" smtClean="0"/>
            </a:br>
            <a:r>
              <a:rPr lang="en-US" sz="1600" dirty="0" smtClean="0"/>
              <a:t>Developed multiple projects in web development and technology domains to enhance practical skills and gain hands-on experience.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1789" y="1702394"/>
            <a:ext cx="8612767" cy="2000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1200" dirty="0"/>
              <a:t>Practical experiences and technical learning that helped me improve problem-solving, development skills, and teamwork. </a:t>
            </a:r>
            <a:endParaRPr sz="1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/>
              <a:t>Page</a:t>
            </a:r>
            <a:r>
              <a:rPr spc="-25" dirty="0"/>
              <a:t> </a:t>
            </a:r>
            <a:fld id="{81D60167-4931-47E6-BA6A-407CBD079E47}" type="slidenum">
              <a:rPr dirty="0"/>
              <a:t>5</a:t>
            </a:fld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0" dirty="0"/>
              <a:t>8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889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Learning</a:t>
            </a:r>
            <a:r>
              <a:rPr spc="-85" dirty="0"/>
              <a:t> </a:t>
            </a:r>
            <a:r>
              <a:rPr dirty="0"/>
              <a:t>&amp;</a:t>
            </a:r>
            <a:r>
              <a:rPr spc="-85" dirty="0"/>
              <a:t> </a:t>
            </a:r>
            <a:r>
              <a:rPr dirty="0"/>
              <a:t>Working</a:t>
            </a:r>
            <a:r>
              <a:rPr spc="-85" dirty="0"/>
              <a:t> </a:t>
            </a:r>
            <a:r>
              <a:rPr spc="-10" dirty="0"/>
              <a:t>Style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81409" y="4508765"/>
            <a:ext cx="4222764" cy="9291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dirty="0">
                <a:solidFill>
                  <a:srgbClr val="5B5E70"/>
                </a:solidFill>
                <a:latin typeface="Arial MT"/>
                <a:cs typeface="Arial MT"/>
              </a:rPr>
              <a:t>Collaboration</a:t>
            </a:r>
            <a:r>
              <a:rPr sz="1500" spc="2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5B5E70"/>
                </a:solidFill>
                <a:latin typeface="Arial MT"/>
                <a:cs typeface="Arial MT"/>
              </a:rPr>
              <a:t>Mode</a:t>
            </a:r>
            <a:endParaRPr sz="1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lang="en-US" sz="1200" dirty="0" smtClean="0"/>
              <a:t>Prefer working in team environments, collaborating with others, sharing ideas, and contributing effectively toward achieving common goals.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81408" y="2975312"/>
            <a:ext cx="3638191" cy="7444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dirty="0" smtClean="0">
                <a:solidFill>
                  <a:srgbClr val="5B5E70"/>
                </a:solidFill>
                <a:latin typeface="Arial MT"/>
                <a:cs typeface="Arial MT"/>
              </a:rPr>
              <a:t>Daily</a:t>
            </a:r>
            <a:r>
              <a:rPr sz="1500" b="1" spc="10" dirty="0" smtClean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500" b="1" spc="-10" dirty="0" smtClean="0">
                <a:solidFill>
                  <a:srgbClr val="5B5E70"/>
                </a:solidFill>
                <a:latin typeface="Arial MT"/>
                <a:cs typeface="Arial MT"/>
              </a:rPr>
              <a:t>Routine</a:t>
            </a:r>
            <a:endParaRPr sz="1500" b="1" dirty="0" smtClean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lang="en-US" sz="1200" dirty="0" smtClean="0"/>
              <a:t>Like learning consistently through practical work, projects, and regular practice. 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7433" y="1963491"/>
            <a:ext cx="6260465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My</a:t>
            </a:r>
            <a:r>
              <a:rPr sz="1200" spc="3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approach</a:t>
            </a:r>
            <a:r>
              <a:rPr sz="1200" spc="4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to</a:t>
            </a:r>
            <a:r>
              <a:rPr sz="1200" spc="3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daily</a:t>
            </a:r>
            <a:r>
              <a:rPr sz="1200" spc="4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work,</a:t>
            </a:r>
            <a:r>
              <a:rPr sz="1200" spc="3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collaboration</a:t>
            </a:r>
            <a:r>
              <a:rPr sz="1200" spc="4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preferences,and</a:t>
            </a:r>
            <a:r>
              <a:rPr sz="1200" spc="3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how</a:t>
            </a:r>
            <a:r>
              <a:rPr sz="1200" spc="4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I</a:t>
            </a:r>
            <a:r>
              <a:rPr sz="1200" spc="3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engage</a:t>
            </a:r>
            <a:r>
              <a:rPr sz="1200" spc="4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with</a:t>
            </a:r>
            <a:r>
              <a:rPr sz="1200" spc="3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team</a:t>
            </a:r>
            <a:r>
              <a:rPr sz="1200" spc="4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B5E70"/>
                </a:solidFill>
                <a:latin typeface="Arial MT"/>
                <a:cs typeface="Arial MT"/>
              </a:rPr>
              <a:t>projects.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53392" y="4508765"/>
            <a:ext cx="4638408" cy="7444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dirty="0">
                <a:solidFill>
                  <a:srgbClr val="5B5E70"/>
                </a:solidFill>
                <a:latin typeface="Arial MT"/>
                <a:cs typeface="Arial MT"/>
              </a:rPr>
              <a:t>Communication</a:t>
            </a:r>
            <a:r>
              <a:rPr sz="1500" spc="4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5B5E70"/>
                </a:solidFill>
                <a:latin typeface="Arial MT"/>
                <a:cs typeface="Arial MT"/>
              </a:rPr>
              <a:t>Style</a:t>
            </a:r>
            <a:endParaRPr sz="1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lang="en-US" sz="1200" dirty="0" smtClean="0"/>
              <a:t>Prefer clear and understandable communication to ensure effective collaboration and smooth workflow.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53392" y="2975312"/>
            <a:ext cx="4257408" cy="9291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00" b="1" dirty="0">
                <a:solidFill>
                  <a:srgbClr val="5B5E70"/>
                </a:solidFill>
                <a:latin typeface="Arial MT"/>
                <a:cs typeface="Arial MT"/>
              </a:rPr>
              <a:t>Focus</a:t>
            </a:r>
            <a:r>
              <a:rPr sz="1500" b="1" spc="2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500" b="1" spc="-20" dirty="0">
                <a:solidFill>
                  <a:srgbClr val="5B5E70"/>
                </a:solidFill>
                <a:latin typeface="Arial MT"/>
                <a:cs typeface="Arial MT"/>
              </a:rPr>
              <a:t>Style</a:t>
            </a:r>
            <a:endParaRPr sz="1500" b="1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lang="en-US" sz="1200" dirty="0" smtClean="0"/>
              <a:t>Able to work effectively under pressure situations while maintaining a calm and peaceful mindset to stay focused and productive.</a:t>
            </a:r>
            <a:endParaRPr sz="1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3" y="253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11429453" y="9270"/>
                </a:moveTo>
                <a:lnTo>
                  <a:pt x="0" y="9270"/>
                </a:lnTo>
                <a:lnTo>
                  <a:pt x="0" y="0"/>
                </a:lnTo>
                <a:lnTo>
                  <a:pt x="11429453" y="0"/>
                </a:lnTo>
                <a:lnTo>
                  <a:pt x="11429453" y="92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-3" y="6438591"/>
            <a:ext cx="11430000" cy="635"/>
          </a:xfrm>
          <a:custGeom>
            <a:avLst/>
            <a:gdLst/>
            <a:ahLst/>
            <a:cxnLst/>
            <a:rect l="l" t="t" r="r" b="b"/>
            <a:pathLst>
              <a:path w="11430000" h="635">
                <a:moveTo>
                  <a:pt x="11429453" y="254"/>
                </a:moveTo>
                <a:lnTo>
                  <a:pt x="0" y="254"/>
                </a:lnTo>
                <a:lnTo>
                  <a:pt x="0" y="0"/>
                </a:lnTo>
                <a:lnTo>
                  <a:pt x="11429453" y="0"/>
                </a:lnTo>
                <a:lnTo>
                  <a:pt x="11429453" y="2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07433" y="1204595"/>
            <a:ext cx="3642995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Vision</a:t>
            </a:r>
            <a:r>
              <a:rPr spc="-55" dirty="0"/>
              <a:t> </a:t>
            </a:r>
            <a:r>
              <a:rPr dirty="0"/>
              <a:t>&amp;</a:t>
            </a:r>
            <a:r>
              <a:rPr spc="-55" dirty="0"/>
              <a:t> </a:t>
            </a:r>
            <a:r>
              <a:rPr spc="-10" dirty="0"/>
              <a:t>Contribution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/>
              <a:t>Page</a:t>
            </a:r>
            <a:r>
              <a:rPr spc="-25" dirty="0"/>
              <a:t> </a:t>
            </a:r>
            <a:fld id="{81D60167-4931-47E6-BA6A-407CBD079E47}" type="slidenum">
              <a:rPr dirty="0"/>
              <a:t>6</a:t>
            </a:fld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0" dirty="0"/>
              <a:t>8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75005" y="1771650"/>
            <a:ext cx="2144395" cy="304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dirty="0">
                <a:solidFill>
                  <a:srgbClr val="4F5367"/>
                </a:solidFill>
                <a:latin typeface="Arial MT"/>
                <a:cs typeface="Arial MT"/>
              </a:rPr>
              <a:t>What</a:t>
            </a:r>
            <a:r>
              <a:rPr sz="1800" spc="20" dirty="0">
                <a:solidFill>
                  <a:srgbClr val="4F5367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F5367"/>
                </a:solidFill>
                <a:latin typeface="Arial MT"/>
                <a:cs typeface="Arial MT"/>
              </a:rPr>
              <a:t>I</a:t>
            </a:r>
            <a:r>
              <a:rPr sz="1800" spc="20" dirty="0">
                <a:solidFill>
                  <a:srgbClr val="4F5367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F5367"/>
                </a:solidFill>
                <a:latin typeface="Arial MT"/>
                <a:cs typeface="Arial MT"/>
              </a:rPr>
              <a:t>Want</a:t>
            </a:r>
            <a:r>
              <a:rPr sz="1800" spc="25" dirty="0">
                <a:solidFill>
                  <a:srgbClr val="4F5367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F5367"/>
                </a:solidFill>
                <a:latin typeface="Arial MT"/>
                <a:cs typeface="Arial MT"/>
              </a:rPr>
              <a:t>to</a:t>
            </a:r>
            <a:r>
              <a:rPr sz="1800" spc="20" dirty="0">
                <a:solidFill>
                  <a:srgbClr val="4F5367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F5367"/>
                </a:solidFill>
                <a:latin typeface="Arial MT"/>
                <a:cs typeface="Arial MT"/>
              </a:rPr>
              <a:t>Build</a:t>
            </a:r>
            <a:endParaRPr sz="1800" dirty="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07433" y="3289041"/>
            <a:ext cx="2545080" cy="3048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800" dirty="0">
                <a:solidFill>
                  <a:srgbClr val="4F5367"/>
                </a:solidFill>
                <a:latin typeface="Arial MT"/>
                <a:cs typeface="Arial MT"/>
              </a:rPr>
              <a:t>How</a:t>
            </a:r>
            <a:r>
              <a:rPr sz="1800" spc="20" dirty="0">
                <a:solidFill>
                  <a:srgbClr val="4F5367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F5367"/>
                </a:solidFill>
                <a:latin typeface="Arial MT"/>
                <a:cs typeface="Arial MT"/>
              </a:rPr>
              <a:t>I</a:t>
            </a:r>
            <a:r>
              <a:rPr sz="1800" spc="20" dirty="0">
                <a:solidFill>
                  <a:srgbClr val="4F5367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F5367"/>
                </a:solidFill>
                <a:latin typeface="Arial MT"/>
                <a:cs typeface="Arial MT"/>
              </a:rPr>
              <a:t>Plan</a:t>
            </a:r>
            <a:r>
              <a:rPr sz="1800" spc="20" dirty="0">
                <a:solidFill>
                  <a:srgbClr val="4F5367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F5367"/>
                </a:solidFill>
                <a:latin typeface="Arial MT"/>
                <a:cs typeface="Arial MT"/>
              </a:rPr>
              <a:t>to</a:t>
            </a:r>
            <a:r>
              <a:rPr sz="1800" spc="20" dirty="0">
                <a:solidFill>
                  <a:srgbClr val="4F5367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F5367"/>
                </a:solidFill>
                <a:latin typeface="Arial MT"/>
                <a:cs typeface="Arial MT"/>
              </a:rPr>
              <a:t>Contribute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5376" y="3843518"/>
            <a:ext cx="2341880" cy="5950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IN" sz="1200" spc="-20" dirty="0" smtClean="0">
                <a:solidFill>
                  <a:srgbClr val="5B5E70"/>
                </a:solidFill>
                <a:latin typeface="Arial MT"/>
                <a:cs typeface="Arial MT"/>
              </a:rPr>
              <a:t>Machine Learning</a:t>
            </a:r>
          </a:p>
          <a:p>
            <a:pPr marL="184150" indent="-171450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endParaRPr lang="en-IN" sz="1200" spc="-20" dirty="0">
              <a:solidFill>
                <a:srgbClr val="5B5E70"/>
              </a:solidFill>
              <a:latin typeface="Arial MT"/>
              <a:cs typeface="Arial MT"/>
            </a:endParaRPr>
          </a:p>
          <a:p>
            <a:pPr marL="184150" indent="-171450">
              <a:lnSpc>
                <a:spcPct val="100000"/>
              </a:lnSpc>
              <a:spcBef>
                <a:spcPts val="120"/>
              </a:spcBef>
              <a:buFont typeface="Arial" panose="020B0604020202020204" pitchFamily="34" charset="0"/>
              <a:buChar char="•"/>
            </a:pPr>
            <a:r>
              <a:rPr lang="en-IN" sz="1200" spc="-20" dirty="0" smtClean="0">
                <a:solidFill>
                  <a:srgbClr val="5B5E70"/>
                </a:solidFill>
                <a:latin typeface="Arial MT"/>
                <a:cs typeface="Arial MT"/>
              </a:rPr>
              <a:t>Full Stack Web Development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09600" y="2381250"/>
            <a:ext cx="7926967" cy="446276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1400" dirty="0" smtClean="0">
                <a:solidFill>
                  <a:srgbClr val="4F5367"/>
                </a:solidFill>
              </a:rPr>
              <a:t>My vision is to build innovative and impactful products that solve real-world problems while creating successful business opportunities and generating significant value.</a:t>
            </a:r>
            <a:endParaRPr sz="1400" dirty="0">
              <a:solidFill>
                <a:srgbClr val="4F5367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29458" y="6438595"/>
                </a:moveTo>
                <a:lnTo>
                  <a:pt x="0" y="6438595"/>
                </a:lnTo>
                <a:lnTo>
                  <a:pt x="0" y="0"/>
                </a:lnTo>
                <a:lnTo>
                  <a:pt x="11429458" y="0"/>
                </a:lnTo>
                <a:lnTo>
                  <a:pt x="11429458" y="6438595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7433" y="1591453"/>
            <a:ext cx="2382520" cy="490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Let's</a:t>
            </a:r>
            <a:r>
              <a:rPr spc="-75" dirty="0"/>
              <a:t> </a:t>
            </a:r>
            <a:r>
              <a:rPr spc="-10" dirty="0"/>
              <a:t>Connect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15"/>
              </a:lnSpc>
            </a:pPr>
            <a:r>
              <a:rPr dirty="0"/>
              <a:t>Page</a:t>
            </a:r>
            <a:r>
              <a:rPr spc="-25" dirty="0"/>
              <a:t> </a:t>
            </a:r>
            <a:fld id="{81D60167-4931-47E6-BA6A-407CBD079E47}" type="slidenum">
              <a:rPr dirty="0"/>
              <a:t>7</a:t>
            </a:fld>
            <a:r>
              <a:rPr spc="-2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50" dirty="0"/>
              <a:t>8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81408" y="2512629"/>
            <a:ext cx="3409591" cy="513602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500" spc="-10" dirty="0">
                <a:solidFill>
                  <a:srgbClr val="5B5E70"/>
                </a:solidFill>
                <a:latin typeface="Arial MT"/>
                <a:cs typeface="Arial MT"/>
              </a:rPr>
              <a:t>Email</a:t>
            </a:r>
            <a:endParaRPr sz="1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lang="en-IN" sz="1200" spc="-10" dirty="0" smtClean="0">
                <a:solidFill>
                  <a:srgbClr val="5B5E70"/>
                </a:solidFill>
                <a:latin typeface="Arial MT"/>
                <a:cs typeface="Arial MT"/>
              </a:rPr>
              <a:t>[konthamjaganmohanreddy@gmail.com]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1409" y="3598427"/>
            <a:ext cx="1903095" cy="52260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500" spc="-10" dirty="0">
                <a:solidFill>
                  <a:srgbClr val="5B5E70"/>
                </a:solidFill>
                <a:latin typeface="Arial MT"/>
                <a:cs typeface="Arial MT"/>
              </a:rPr>
              <a:t>GitHub</a:t>
            </a:r>
            <a:endParaRPr sz="1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200" spc="-10" dirty="0">
                <a:solidFill>
                  <a:srgbClr val="5B5E70"/>
                </a:solidFill>
                <a:latin typeface="Arial MT"/>
                <a:cs typeface="Arial MT"/>
              </a:rPr>
              <a:t>[</a:t>
            </a:r>
            <a:r>
              <a:rPr sz="1200" spc="-10" dirty="0" smtClean="0">
                <a:solidFill>
                  <a:srgbClr val="5B5E70"/>
                </a:solidFill>
                <a:latin typeface="Arial MT"/>
                <a:cs typeface="Arial MT"/>
              </a:rPr>
              <a:t>github.com/</a:t>
            </a:r>
            <a:r>
              <a:rPr lang="en-IN" sz="1200" spc="-10" dirty="0" smtClean="0">
                <a:solidFill>
                  <a:srgbClr val="5B5E70"/>
                </a:solidFill>
                <a:latin typeface="Arial MT"/>
                <a:cs typeface="Arial MT"/>
              </a:rPr>
              <a:t>11Jagan</a:t>
            </a:r>
            <a:r>
              <a:rPr sz="1200" spc="-10" dirty="0" smtClean="0">
                <a:solidFill>
                  <a:srgbClr val="5B5E70"/>
                </a:solidFill>
                <a:latin typeface="Arial MT"/>
                <a:cs typeface="Arial MT"/>
              </a:rPr>
              <a:t>]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53392" y="2512629"/>
            <a:ext cx="3343008" cy="698268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500" spc="-10" dirty="0">
                <a:solidFill>
                  <a:srgbClr val="5B5E70"/>
                </a:solidFill>
                <a:latin typeface="Arial MT"/>
                <a:cs typeface="Arial MT"/>
              </a:rPr>
              <a:t>LinkedIn</a:t>
            </a:r>
            <a:endParaRPr sz="1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200" spc="-10" dirty="0" smtClean="0">
                <a:solidFill>
                  <a:srgbClr val="5B5E70"/>
                </a:solidFill>
                <a:latin typeface="Arial MT"/>
                <a:cs typeface="Arial MT"/>
              </a:rPr>
              <a:t>[</a:t>
            </a:r>
            <a:r>
              <a:rPr lang="en-IN" sz="1200" dirty="0" smtClean="0">
                <a:solidFill>
                  <a:srgbClr val="626576"/>
                </a:solidFill>
                <a:latin typeface="Arial MT"/>
              </a:rPr>
              <a:t>www.linkedin.com/in/jagan-mohan-reddy-kontham-445250293</a:t>
            </a:r>
            <a:r>
              <a:rPr sz="1200" spc="-10" dirty="0" smtClean="0">
                <a:solidFill>
                  <a:srgbClr val="848484"/>
                </a:solidFill>
                <a:latin typeface="Arial MT"/>
                <a:cs typeface="Arial MT"/>
              </a:rPr>
              <a:t>]</a:t>
            </a:r>
            <a:endParaRPr sz="1200" dirty="0">
              <a:solidFill>
                <a:srgbClr val="848484"/>
              </a:solidFill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53392" y="3598427"/>
            <a:ext cx="1035685" cy="52260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500" spc="-10" dirty="0">
                <a:solidFill>
                  <a:srgbClr val="5B5E70"/>
                </a:solidFill>
                <a:latin typeface="Arial MT"/>
                <a:cs typeface="Arial MT"/>
              </a:rPr>
              <a:t>Instagram</a:t>
            </a:r>
            <a:endParaRPr sz="1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200" spc="-10" dirty="0" smtClean="0">
                <a:solidFill>
                  <a:srgbClr val="5B5E70"/>
                </a:solidFill>
                <a:latin typeface="Arial MT"/>
                <a:cs typeface="Arial MT"/>
              </a:rPr>
              <a:t>[@</a:t>
            </a:r>
            <a:r>
              <a:rPr lang="en-IN" sz="1200" spc="-10" dirty="0" smtClean="0">
                <a:solidFill>
                  <a:srgbClr val="5B5E70"/>
                </a:solidFill>
                <a:latin typeface="Arial MT"/>
                <a:cs typeface="Arial MT"/>
              </a:rPr>
              <a:t>jagan_.11</a:t>
            </a:r>
            <a:r>
              <a:rPr sz="1200" spc="-10" dirty="0" smtClean="0">
                <a:solidFill>
                  <a:srgbClr val="5B5E70"/>
                </a:solidFill>
                <a:latin typeface="Arial MT"/>
                <a:cs typeface="Arial MT"/>
              </a:rPr>
              <a:t>]</a:t>
            </a:r>
            <a:endParaRPr sz="12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7433" y="4601791"/>
            <a:ext cx="456438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Looking</a:t>
            </a:r>
            <a:r>
              <a:rPr sz="1200" spc="4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forward</a:t>
            </a:r>
            <a:r>
              <a:rPr sz="1200" spc="4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to</a:t>
            </a:r>
            <a:r>
              <a:rPr sz="1200" spc="4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working</a:t>
            </a:r>
            <a:r>
              <a:rPr sz="1200" spc="4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together</a:t>
            </a:r>
            <a:r>
              <a:rPr sz="1200" spc="4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and</a:t>
            </a:r>
            <a:r>
              <a:rPr sz="1200" spc="4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building</a:t>
            </a:r>
            <a:r>
              <a:rPr sz="1200" spc="40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B5E70"/>
                </a:solidFill>
                <a:latin typeface="Arial MT"/>
                <a:cs typeface="Arial MT"/>
              </a:rPr>
              <a:t>something</a:t>
            </a:r>
            <a:r>
              <a:rPr sz="1200" spc="45" dirty="0">
                <a:solidFill>
                  <a:srgbClr val="5B5E70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5B5E70"/>
                </a:solidFill>
                <a:latin typeface="Arial MT"/>
                <a:cs typeface="Arial MT"/>
              </a:rPr>
              <a:t>great!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B5E7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</TotalTime>
  <Words>557</Words>
  <Application>Microsoft Office PowerPoint</Application>
  <PresentationFormat>Custom</PresentationFormat>
  <Paragraphs>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Arial MT</vt:lpstr>
      <vt:lpstr>Office Theme</vt:lpstr>
      <vt:lpstr>First Team Meeting – May 10, 2026</vt:lpstr>
      <vt:lpstr>About Me</vt:lpstr>
      <vt:lpstr>Skills &amp; Expertise</vt:lpstr>
      <vt:lpstr>Key Achievements</vt:lpstr>
      <vt:lpstr>Learning &amp; Working Style</vt:lpstr>
      <vt:lpstr>Vision &amp; Contribution</vt:lpstr>
      <vt:lpstr>Let's Connect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 PPT</dc:title>
  <dc:creator>Showay Consultancy</dc:creator>
  <cp:keywords>DAHI3H5tER8,BAFaM_H9kZ4,0</cp:keywords>
  <cp:lastModifiedBy>Hello</cp:lastModifiedBy>
  <cp:revision>5</cp:revision>
  <dcterms:created xsi:type="dcterms:W3CDTF">2026-05-09T15:13:11Z</dcterms:created>
  <dcterms:modified xsi:type="dcterms:W3CDTF">2026-05-09T16:37:06Z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2026-05-06T00:00:00Z</vt:filetime>
  </property>
  <property fmtid="{D5CDD505-2E9C-101B-9397-08002B2CF9AE}" pid="3" name="Creator">
    <vt:lpwstr>Canva</vt:lpwstr>
  </property>
  <property fmtid="{D5CDD505-2E9C-101B-9397-08002B2CF9AE}" pid="4" name="LastSaved">
    <vt:filetime>2026-05-09T00:00:00Z</vt:filetime>
  </property>
  <property fmtid="{D5CDD505-2E9C-101B-9397-08002B2CF9AE}" pid="5" name="Producer">
    <vt:lpwstr>Canva</vt:lpwstr>
  </property>
</Properties>
</file>