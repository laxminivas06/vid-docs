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5C7A"/>
                </a:solidFill>
              </a:defRPr>
            </a:pPr>
            <a:r>
              <a:t>First Team Meeting – May 10,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D7A9F"/>
                </a:solidFill>
              </a:defRPr>
            </a:pPr>
            <a:r>
              <a:t>Team Introduction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1A"/>
                </a:solidFill>
              </a:defRPr>
            </a:pPr>
            <a:r>
              <a:t>Welcome everyone to our first official team gathering. Today marks the beginning of an exciting journey where we'll introduce ourselves, share our expertise, and align on our collective 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C7A"/>
                </a:solidFill>
              </a:defRPr>
            </a:pPr>
            <a:r>
              <a:t>About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2D7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C7A"/>
                </a:solidFill>
              </a:defRPr>
            </a:pPr>
            <a:r>
              <a:t>Rishit Barla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2D7A9F"/>
                </a:solidFill>
              </a:defRPr>
            </a:pPr>
            <a:r>
              <a:t>ML &amp; Backend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7680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I am a B.Tech student in Computer Science with specialization in Artificial Intelligence and Machine Learning at Sphoorthy Engineering College. I have strong interests in AI, machine learning, and backend development.</a:t>
            </a:r>
          </a:p>
          <a:p/>
          <a:p>
            <a:r>
              <a:t>Key Interests:</a:t>
            </a:r>
          </a:p>
          <a:p>
            <a:r>
              <a:t>• Machine Learning &amp; AI Engineering</a:t>
            </a:r>
          </a:p>
          <a:p>
            <a:r>
              <a:t>• Backend Development &amp; System Design</a:t>
            </a:r>
          </a:p>
          <a:p>
            <a:r>
              <a:t>• Research &amp;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C7A"/>
                </a:solidFill>
              </a:defRPr>
            </a:pPr>
            <a:r>
              <a:t>Skills &amp; Expertise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2D7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E8F3F8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Machine Learning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Expertise in ML algorithms, deep learning, and AI engineering with focus on building intelligent 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E8F3F8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Backend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7451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Proficient in Python with experience in building scalable backend systems, APIs, and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solidFill>
            <a:srgbClr val="E8F3F8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Database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Working knowledge of database design and backend data handling through practical project experience.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200400"/>
            <a:ext cx="3931920" cy="1554480"/>
          </a:xfrm>
          <a:prstGeom prst="rect">
            <a:avLst/>
          </a:prstGeom>
          <a:solidFill>
            <a:srgbClr val="E8F3F8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375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AI Tools &amp; Platforms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7033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Familiar with modern AI tools including ChatGPT, Claude for development and research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C7A"/>
                </a:solidFill>
              </a:defRPr>
            </a:pPr>
            <a:r>
              <a:t>Key Achievements &amp;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2D7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solidFill>
            <a:srgbClr val="E8F3F8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C7A"/>
                </a:solidFill>
              </a:defRPr>
            </a:pPr>
            <a:r>
              <a:t>Drone Innovation - AIVSC All India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Designed and developed a structured drone innovation project that demonstrated advanced problem-solving skills and engineering excellence. Achieved 1st prize in the prestigious All India Drone Competition at AIVSC, showcasing capability to deliver innovative, competition-grade solutions.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8229600" cy="2286000"/>
          </a:xfrm>
          <a:prstGeom prst="rect">
            <a:avLst/>
          </a:prstGeom>
          <a:solidFill>
            <a:srgbClr val="E8F3F8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C7A"/>
                </a:solidFill>
              </a:defRPr>
            </a:pPr>
            <a:r>
              <a:t>Project-Based Learning &amp;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Built and developed multiple AI and ML projects independently, gaining practical experience in computer vision, machine learning applications, and backend systems. Strong foundation in problem-solving and technical implementation through hands-on project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C7A"/>
                </a:solidFill>
              </a:defRPr>
            </a:pPr>
            <a:r>
              <a:t>Learning &amp; Working Style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2D7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0F5F7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Collaboration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Thrive in team environments where ideas and feedback can be shared openly.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F0F5F7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Communication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7451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Prefer clear and respectful communication while working with teams.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solidFill>
            <a:srgbClr val="F0F5F7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Work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Comfortable working under pressure and staying focused in fast-paced environments.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200400"/>
            <a:ext cx="3931920" cy="1554480"/>
          </a:xfrm>
          <a:prstGeom prst="rect">
            <a:avLst/>
          </a:prstGeom>
          <a:solidFill>
            <a:srgbClr val="F0F5F7"/>
          </a:solidFill>
          <a:ln w="12700">
            <a:solidFill>
              <a:srgbClr val="2D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375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Learning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7033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Passionate about continuous learning through research, projects, and exploring new technologies.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C7A"/>
                </a:solidFill>
              </a:defRPr>
            </a:pPr>
            <a:r>
              <a:t>Vision &amp;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2D7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C7A"/>
                </a:solidFill>
              </a:defRPr>
            </a:pPr>
            <a:r>
              <a:t>I want to contribute to meaningful technology solutions that solve real-world problems and create lasting impact.</a:t>
            </a:r>
          </a:p>
          <a:p/>
          <a:p>
            <a:r>
              <a:t>How I Plan to Contribute: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• Research &amp; Development: Drive innovation through cutting-edge ML and AI engineering</a:t>
            </a:r>
          </a:p>
          <a:p/>
          <a:p>
            <a:r>
              <a:t>• Backend Development: Build robust, scalable systems that power impactful applications</a:t>
            </a:r>
          </a:p>
          <a:p/>
          <a:p>
            <a:r>
              <a:t>• AI Engineering &amp; ML: Develop intelligent solutions that leverage the latest in AI technology</a:t>
            </a:r>
          </a:p>
          <a:p/>
          <a:p>
            <a:r>
              <a:t>• Problem Solving: Bring creative and structured approaches to complex technical challenges</a:t>
            </a:r>
          </a:p>
          <a:p/>
          <a:p>
            <a:r>
              <a:t>• Project Innovation: Suggest and develop novel ideas like agentic search engines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C7A"/>
                </a:solidFill>
              </a:defRPr>
            </a:pPr>
            <a:r>
              <a:t>Let's Connect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8229600" cy="45720"/>
          </a:xfrm>
          <a:prstGeom prst="rect">
            <a:avLst/>
          </a:prstGeom>
          <a:solidFill>
            <a:srgbClr val="2D7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011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brishit0406@gmail.com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560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github.com/RISHITBARLA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7A"/>
                </a:solidFill>
              </a:defRPr>
            </a:pPr>
            <a: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108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linkedin.com/in/rishit-barla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C7A"/>
                </a:solidFill>
              </a:defRPr>
            </a:pPr>
            <a:r>
              <a:t>Looking forward to working together and building something great!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